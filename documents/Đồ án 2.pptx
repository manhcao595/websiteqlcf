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3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0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9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2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2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0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6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9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9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8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39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BF5EB-BAB7-71E6-122F-9EB8026D2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THIẾT KẾ WEBSITE QUẢN LÝ QUÁN CÀ PHÊ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962A21A-B8BA-72A5-C66E-FE23FEEBA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7" y="2670140"/>
            <a:ext cx="5195889" cy="2757423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indent="-342900">
              <a:buFont typeface="Wingdings" panose="05000000000000000000" pitchFamily="2" charset="2"/>
              <a:buChar char="ü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Sinh viên: Cao Duy Mạnh</a:t>
            </a:r>
          </a:p>
          <a:p>
            <a:pPr marL="114300" indent="-342900">
              <a:buFont typeface="Wingdings" panose="05000000000000000000" pitchFamily="2" charset="2"/>
              <a:buChar char="ü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MSSV: 12523099</a:t>
            </a:r>
          </a:p>
          <a:p>
            <a:pPr marL="114300" indent="-342900">
              <a:buFont typeface="Wingdings" panose="05000000000000000000" pitchFamily="2" charset="2"/>
              <a:buChar char="ü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Lớp: 12523T.1</a:t>
            </a:r>
          </a:p>
          <a:p>
            <a:pPr marL="114300" indent="-342900">
              <a:buFont typeface="Wingdings" panose="05000000000000000000" pitchFamily="2" charset="2"/>
              <a:buChar char="ü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GVHD: Ths.ĐỖ Thị Thu Trang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F0358BE0-5B78-EA38-CEB9-0445C2938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0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6BC50-B0C0-C56F-1C28-A856C53F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25534-5CDE-12F0-B249-94FCC7CF0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Lí do chọn đề tài</a:t>
            </a:r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89FDE0AE-9C48-7784-1ED2-F39BD882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9" r="4345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82BA13E-5CEE-8531-6A04-4A5C4F8A4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56" y="2221992"/>
            <a:ext cx="6236208" cy="3941064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indent="-34290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CNTT ngày càng được ứng dụng rộng rãi trong kinh doanh</a:t>
            </a:r>
          </a:p>
          <a:p>
            <a:pPr marL="114300" indent="-34290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Quản lý quán cà phê thủ công dễ: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Sai sót khi tính tiền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Khó kiểm soát doanh thu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Tốn thời gian tổng hợp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Cần hệ thống quản lý tự động – chính xác – tiện lợi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87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085E6-1151-C5B8-D6C1-E6CED0AF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5E0A77-BEEB-B7D2-D5D3-3944D9273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27B7B0-F3F7-12CC-7FF5-DCEB9E168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33A1F20-4B9A-FF1B-CA3A-B900BCB50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C3BD9-889E-EAF7-DA84-64090B11C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Mục tiêu của đề tài</a:t>
            </a:r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84C241A4-E550-F6F6-B00A-1C1FC8804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9" r="4345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D5B5A6-D416-74C2-B916-3AB033E1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0E65B2B-B16D-4F0A-66BD-5441558FA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56" y="2221992"/>
            <a:ext cx="6236208" cy="394106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tổng quát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website quản lý quán cà phê hiệu quả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cụ thể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Quản lý menu, bàn, hóa đơn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Thống kê doanh thu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dễ sử dụng</a:t>
            </a:r>
          </a:p>
          <a:p>
            <a:pPr marL="457200" indent="-342900"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an toàn dữ liệu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73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1E057-542D-F127-7869-1F3E39D8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496C46-3560-9108-4AC3-2FE3907C0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3AF15F-959C-6732-66E1-69A84798C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06DDBAE-E36B-1125-43BD-FFA4CF4E9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03305-1A01-F65C-E55D-ACAE44BF5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Đối tượng &amp; Phạm vi nghiên cứu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FD1110-EE5E-4E4B-BB03-C092C7641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3879B79-6765-B35D-951D-7A04C2273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9" y="2231136"/>
            <a:ext cx="5771247" cy="449239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nghiên cứu</a:t>
            </a:r>
          </a:p>
          <a:p>
            <a:pPr marL="519113" indent="-404813">
              <a:buFont typeface="Wingdings" panose="05000000000000000000" pitchFamily="2" charset="2"/>
              <a:buChar char="ü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bán hàng tại quán cà phê</a:t>
            </a:r>
          </a:p>
          <a:p>
            <a:pPr marL="519113" indent="-404813">
              <a:buFont typeface="Wingdings" panose="05000000000000000000" pitchFamily="2" charset="2"/>
              <a:buChar char="ü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&amp; quản lý quán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Phạm vi</a:t>
            </a:r>
          </a:p>
          <a:p>
            <a:pPr marL="519113" indent="-404813">
              <a:buFont typeface="Wingdings" panose="05000000000000000000" pitchFamily="2" charset="2"/>
              <a:buChar char="ü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Website quản lý nội bộ</a:t>
            </a:r>
          </a:p>
          <a:p>
            <a:pPr marL="519113" indent="-404813">
              <a:buFont typeface="Wingdings" panose="05000000000000000000" pitchFamily="2" charset="2"/>
              <a:buChar char="ü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Không tích hợp thanh toán online</a:t>
            </a:r>
          </a:p>
          <a:p>
            <a:pPr marL="519113" indent="-404813">
              <a:buFont typeface="Wingdings" panose="05000000000000000000" pitchFamily="2" charset="2"/>
              <a:buChar char="ü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Chạy trên môi trường localhost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0E330C0A-2F27-F947-9215-484E1E04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8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80B87-DAB9-6742-A4EA-95FCB8E6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225240-4AA3-CF65-BFF6-488A4C45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14ADD0-2F3C-9839-6DDB-2C850D10C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EFB653B-85FF-736C-759C-A4208D479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50BD2-648B-F011-F107-00CCF20AC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18" y="914400"/>
            <a:ext cx="552345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Phương pháp tiếp cận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61F015A-4D5D-351A-B4B2-6D7B98A70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895C4807-62C4-847B-4384-3C2924EC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AA9060E-5CEE-6B77-998A-12F37E3D0C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541" y="2311741"/>
            <a:ext cx="59674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Hướng tiếp cận hệ thống (System Approach)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 dụng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 hình Waterfall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bước: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 tích yêu cầu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Thiết kế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 trình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thử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Triển khai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8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BF775-D3C6-8F5E-EDFE-870405A4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9F5728-BFA5-487D-8A88-F5B6E5C86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6334C2C-9749-C11D-F3BB-D45CB532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6ED808D-F02B-915D-85F3-FF6ADB9D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DF7B2-7CA8-EBAF-7910-285E2672C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Các chức năng chính</a:t>
            </a:r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85A3291B-A1FF-24F2-FEFC-B5584259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9" r="4345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AEA214-62F1-7780-FD20-8CCD3FCD1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5C1AA4A0-85F3-094C-D1F4-951B5CB05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31044" y="2134354"/>
            <a:ext cx="525349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Đăng nhập &amp; phân quyền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danh mục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món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bàn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 hóa đơn bán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 xuất hóa đơn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 kê doanh thu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Sao lưu &amp; khôi phục dữ liệu</a:t>
            </a:r>
          </a:p>
        </p:txBody>
      </p:sp>
    </p:spTree>
    <p:extLst>
      <p:ext uri="{BB962C8B-B14F-4D97-AF65-F5344CB8AC3E}">
        <p14:creationId xmlns:p14="http://schemas.microsoft.com/office/powerpoint/2010/main" val="16627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5C331-06C9-FFA4-FA4B-B3AF10AD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0F1F037-2326-B282-49D0-7372972D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3E3E00-0605-9740-CD9B-CB3001D87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4674A4C-7D69-0DAB-4A8D-86F015B5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202AF-904C-1638-7C36-1509CE77B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9988" y="862648"/>
            <a:ext cx="6236208" cy="7040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Use case tổng quát</a:t>
            </a:r>
          </a:p>
        </p:txBody>
      </p: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3FE1AAEC-AD70-95AA-6104-E28E3E813E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9" r="4345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89019C-ED7C-13AD-11DE-4D49214E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CF2392E2-7455-4F41-6F2A-AEE7AA3CB8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34867" y="1601747"/>
            <a:ext cx="380356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 nhân: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marL="5715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Nhân viên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nhóm chức năng:</a:t>
            </a: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hệ thống</a:t>
            </a: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Bán hàng</a:t>
            </a: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 kê – báo cáo</a:t>
            </a: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 xuất hóa đơn</a:t>
            </a: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Thay đổi mật khẩu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Sao lưu &amp; Khôi phục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diagram of a login&#10;&#10;AI-generated content may be incorrect.">
            <a:extLst>
              <a:ext uri="{FF2B5EF4-FFF2-40B4-BE49-F238E27FC236}">
                <a16:creationId xmlns:a16="http://schemas.microsoft.com/office/drawing/2014/main" id="{38F4DE4A-8989-41A6-6FB2-3FA0AD65B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1568196"/>
            <a:ext cx="8114158" cy="495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3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D8BFB-1021-B83E-FE7A-68CA149D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B199B2-1084-4EEF-54B4-72FAA13E0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069C8D-4C38-9EB9-ED9B-A9CA511D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59ECF87-DFFF-F4A9-F88B-7EB0EEA7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507A8-DC25-CF68-1EE5-5202C1F93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18" y="914400"/>
            <a:ext cx="552345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Kiểm thử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C94011-6D41-D3E8-26DD-E8020A8A4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20219C61-486B-7E9D-295D-51D9946C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2545F79-FE8E-681B-0D0D-2EB73C7013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0838" y="2315332"/>
            <a:ext cx="4627562" cy="3353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b="1"/>
              <a:t>Kiểm thử chức năng: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vi-VN"/>
              <a:t>Đăng nhập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vi-VN"/>
              <a:t>Quản lý bàn, món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vi-VN"/>
              <a:t>Tạo hóa đơn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b="1"/>
              <a:t>Kiểm thử giao diện (UI)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vi-VN" b="1"/>
              <a:t>Kết quả: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vi-VN"/>
              <a:t>Hệ thống hoạt động ổn định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vi-VN"/>
              <a:t>Đáp ứng yêu cầu đề tài</a:t>
            </a:r>
          </a:p>
        </p:txBody>
      </p:sp>
    </p:spTree>
    <p:extLst>
      <p:ext uri="{BB962C8B-B14F-4D97-AF65-F5344CB8AC3E}">
        <p14:creationId xmlns:p14="http://schemas.microsoft.com/office/powerpoint/2010/main" val="2677956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E741A-C9C7-8CAC-3374-E9C982C8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C3FC1A-E67A-613E-899A-3A3C4452D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3E3963-D1AD-C78D-1373-00E52D80E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EA03962-0DB1-B958-5579-527B514D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0AFE6-FB65-6907-EB9D-E3F89E62D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18" y="914400"/>
            <a:ext cx="552345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Kết luận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850C65-2818-75F0-AB20-CCCEB3B44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splash of colors on a white surface">
            <a:extLst>
              <a:ext uri="{FF2B5EF4-FFF2-40B4-BE49-F238E27FC236}">
                <a16:creationId xmlns:a16="http://schemas.microsoft.com/office/drawing/2014/main" id="{55D50828-C3F8-0CB6-AF33-C735AC3F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81CC5AB-A12F-8768-3468-90557A150D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0838" y="1600810"/>
            <a:ext cx="5523458" cy="4782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Website đáp ứng tốt nghiệp vụ quán cà phê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Giảm sai sót, tiết kiệm thời gian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thân thiện, dễ sử dụng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vi-V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Bán hàng online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Thanh toán điện tử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vi-VN" sz="260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mobile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1958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362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Calisto MT</vt:lpstr>
      <vt:lpstr>Times New Roman</vt:lpstr>
      <vt:lpstr>Univers Condensed</vt:lpstr>
      <vt:lpstr>Wingdings</vt:lpstr>
      <vt:lpstr>ChronicleVTI</vt:lpstr>
      <vt:lpstr>THIẾT KẾ WEBSITE QUẢN LÝ QUÁN CÀ PHÊ</vt:lpstr>
      <vt:lpstr>Lí do chọn đề tài</vt:lpstr>
      <vt:lpstr>Mục tiêu của đề tài</vt:lpstr>
      <vt:lpstr>Đối tượng &amp; Phạm vi nghiên cứu</vt:lpstr>
      <vt:lpstr>Phương pháp tiếp cận</vt:lpstr>
      <vt:lpstr>Các chức năng chính</vt:lpstr>
      <vt:lpstr>Use case tổng quát</vt:lpstr>
      <vt:lpstr>Kiểm thử</vt:lpstr>
      <vt:lpstr>Kết luận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Manh Cao</dc:creator>
  <cp:lastModifiedBy>Manh Cao</cp:lastModifiedBy>
  <cp:revision>1</cp:revision>
  <dcterms:created xsi:type="dcterms:W3CDTF">2025-12-16T05:25:55Z</dcterms:created>
  <dcterms:modified xsi:type="dcterms:W3CDTF">2025-12-16T05:52:18Z</dcterms:modified>
</cp:coreProperties>
</file>